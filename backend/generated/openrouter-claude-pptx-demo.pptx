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ac335f18b84840" /><Relationship Type="http://schemas.openxmlformats.org/officeDocument/2006/relationships/extended-properties" Target="/docProps/app.xml" Id="R39e42075b6304a96" /><Relationship Type="http://schemas.openxmlformats.org/officeDocument/2006/relationships/officeDocument" Target="/ppt/presentation.xml" Id="R4d99a109b2a346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875ca35fed4307"/>
  </p:sldMasterIdLst>
  <p:notesMasterIdLst>
    <p:notesMasterId xmlns:r="http://schemas.openxmlformats.org/officeDocument/2006/relationships" r:id="R02b3724fc13b4f51"/>
  </p:notesMasterIdLst>
  <p:sldIdLst>
    <p:sldId xmlns:r="http://schemas.openxmlformats.org/officeDocument/2006/relationships" id="256" r:id="R73df00b6d7774dcf"/>
    <p:sldId xmlns:r="http://schemas.openxmlformats.org/officeDocument/2006/relationships" id="257" r:id="R95e2fdfd9b7b4b26"/>
    <p:sldId xmlns:r="http://schemas.openxmlformats.org/officeDocument/2006/relationships" id="258" r:id="Rbbbdc702f83449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75ca35fed4307" /><Relationship Type="http://schemas.openxmlformats.org/officeDocument/2006/relationships/theme" Target="/ppt/theme/theme1.xml" Id="Rd0a56bd3e7f24f08" /><Relationship Type="http://schemas.openxmlformats.org/officeDocument/2006/relationships/notesMaster" Target="/ppt/notesMasters/notesMaster1.xml" Id="R02b3724fc13b4f51" /><Relationship Type="http://schemas.openxmlformats.org/officeDocument/2006/relationships/presProps" Target="/ppt/presProps.xml" Id="R359eb8fb7f974c39" /><Relationship Type="http://schemas.openxmlformats.org/officeDocument/2006/relationships/viewProps" Target="/ppt/viewProps.xml" Id="R2acffee2d199412e" /><Relationship Type="http://schemas.openxmlformats.org/officeDocument/2006/relationships/tableStyles" Target="/ppt/tableStyles.xml" Id="R33582912eeff4752" /><Relationship Type="http://schemas.openxmlformats.org/officeDocument/2006/relationships/slide" Target="/ppt/slides/slide1.xml" Id="R73df00b6d7774dcf" /><Relationship Type="http://schemas.openxmlformats.org/officeDocument/2006/relationships/slide" Target="/ppt/slides/slide2.xml" Id="R95e2fdfd9b7b4b26" /><Relationship Type="http://schemas.openxmlformats.org/officeDocument/2006/relationships/slide" Target="/ppt/slides/slide3.xml" Id="Rbbbdc702f83449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8dcbd27e3a247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69dab97bfb4296" /><Relationship Type="http://schemas.openxmlformats.org/officeDocument/2006/relationships/notesMaster" Target="/ppt/notesMasters/notesMaster1.xml" Id="Ra435420d7be94d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935f6921694070" /><Relationship Type="http://schemas.openxmlformats.org/officeDocument/2006/relationships/notesMaster" Target="/ppt/notesMasters/notesMaster1.xml" Id="Rba723bf9e69145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9acd3cd7b64041" /><Relationship Type="http://schemas.openxmlformats.org/officeDocument/2006/relationships/notesMaster" Target="/ppt/notesMasters/notesMaster1.xml" Id="Ra2094cb653e04a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698a41613426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1b7dd3b268b4812" /><Relationship Type="http://schemas.openxmlformats.org/officeDocument/2006/relationships/slideLayout" Target="/ppt/slideLayouts/slideLayout2.xml" Id="Rc3e6414ca07a44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e6414ca07a44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bc3671a64e4a31" /><Relationship Type="http://schemas.openxmlformats.org/officeDocument/2006/relationships/notesSlide" Target="/ppt/notesSlides/notesSlide1.xml" Id="Rf6bdfa64973a4f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6c40e5d5664b82" /><Relationship Type="http://schemas.openxmlformats.org/officeDocument/2006/relationships/notesSlide" Target="/ppt/notesSlides/notesSlide2.xml" Id="Reeecdcfbcadc4e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242e1f979421f" /><Relationship Type="http://schemas.openxmlformats.org/officeDocument/2006/relationships/notesSlide" Target="/ppt/notesSlides/notesSlide3.xml" Id="R2a5e533e1ada4a8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B18D38-3171-46FD-80CA-E0983F8D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4A111-81C7-49B1-AD57-034A5485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AC07B-AD1E-43DB-8780-923C49E6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背景与目标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3747D-0DD7-4441-A365-8A5A0BE1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通过 OpenRouter 调用 Claude API，实现一键生成结构化演示文稿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002C6-8A4F-4B42-851D-AF114BFF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76300"/>
            <a:ext cx="2324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B675C-1CE3-4359-B12F-A41FFF70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04900"/>
            <a:ext cx="1828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接入时间</a:t>
            </a:r>
          </a:p>
          <a:p xmlns:a="http://schemas.openxmlformats.org/drawingml/2006/main">
            <a:pPr algn="ctr">
              <a:def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&lt; 30 分钟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00AD2-6012-49AF-96F0-8CCD5CC1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288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验证指标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A338B-1985-4FFF-B959-77CB004C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7AD01-E6CA-4D22-A18D-888570CF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OpenRouter 提供统一入口，无需直接对接 Anthropic 原生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DDE78-E092-4C6B-9D9D-A2875B41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85825-1D09-44E5-94C6-CF695546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Claude 具备强大的结构化输出能力，可直接生成 JSON Slide Spec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DFA95-BE5D-494E-83CB-B77E63E6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2F388-ADCE-4F0C-9BE7-DDEAC83D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目标：输入主题 → 输出可用 PPTX，全程零人工干预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00D2B-8889-494C-BDDF-C85BFE34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CF993-092E-4541-9B99-6B798210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E631C-4FB0-4DED-89BF-8ADD58D1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74151"/>
                </a:solidFill>
                <a:latin typeface="PingFang SC"/>
                <a:ea typeface="PingFang SC"/>
                <a:cs typeface="PingFang SC"/>
              </a:rPr>
              <a:t>本页说明项目背景，强调 OpenRouter 作为中间层的价值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6B2FF-4FE1-4BBC-BA32-71D1BBEC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2C952-61CC-41D1-915B-C8E33F58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Generated via OpenRouter Claude → editable PPTX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CB4E9-6C46-4611-9530-C5FB5B3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12266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22F99F-41DD-4BFD-9713-443E5798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3460D-F6EA-4D4E-802E-80857ABF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7751D-0629-488C-8E46-5A099665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技术架构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E58FF-6DFE-47E4-895D-7B92A2D3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三层流水线：Prompt 设计 → Claude 推理 → PPTX 渲染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6161E-07D4-4155-ACF1-6ABFB0E8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76300"/>
            <a:ext cx="2324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6A9B7-3972-4277-8469-449B65B5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04900"/>
            <a:ext cx="1828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端到端延迟</a:t>
            </a:r>
          </a:p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≈ 8 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F924B-0F46-4B28-9751-A7E391F7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288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验证指标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D97A8-4A0C-422B-978F-B401D76F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3640B-027A-4F52-AE4F-16B251DD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第一层：用户输入主题，系统拼装 Prompt 并调用 OpenRouter /chat/completions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E2290-F068-4E03-8E2F-903B3C9C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9DF0F-280D-4564-8BEF-4303756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第二层：Claude 返回严格 JSON Slide Spec，包含标题、要点与备注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80AAC-EE10-4F5E-BBB4-4D231F16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E0002-1212-46CC-BB28-6B37C152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第三层：渲染器解析 JSON，按模板逐页写入文字并导出 .pptx 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7970B-3B46-4CAD-BAAD-07B1EB16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2C832-0AB9-43A2-A36D-8E66F81B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CB0D0-1B8B-4594-834B-BEE03E59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74151"/>
                </a:solidFill>
                <a:latin typeface="PingFang SC"/>
                <a:ea typeface="PingFang SC"/>
                <a:cs typeface="PingFang SC"/>
              </a:rPr>
              <a:t>可替换为任意支持 OpenRouter 的模型，架构保持不变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94C1F-8CF0-46F2-BA47-6D712FE4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95A57-7502-42EC-936C-6146B8A7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Generated via OpenRouter Claude → editable PPTX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09AC1-E5E8-409C-919E-03F2BDE5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00436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AF4C29-1279-4185-9837-D59F6032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D7577-31EB-4BB5-BB85-332BD39C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E82BC-5510-410F-8560-15559744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验证结果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F72B8-DE0C-41D4-A980-889E61CD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测试通过，生成质量与稳定性均满足演示场景需求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BC302-8FDB-4F11-A81F-776448DD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76300"/>
            <a:ext cx="2324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5A8AA-531D-4BFF-880E-500A3416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04900"/>
            <a:ext cx="1828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成功生成</a:t>
            </a:r>
          </a:p>
          <a:p xmlns:a="http://schemas.openxmlformats.org/drawingml/2006/main">
            <a:pPr algn="ctr">
              <a:defRPr sz="18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1 个 PPTX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21D91-D160-462E-ACFB-E012DCC4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288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验证指标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F0776-84F5-4209-BA13-5F2A85D2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31D3E-967E-4595-A7EF-B76730DF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OpenRouter 当前账号可成功调用 Claude Sonnet 与 Haiku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C8A58-D39D-41D9-A333-6E73FD7D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B4956-5247-4FFC-93B6-02C237E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生成的结构化内容可稳定转换为可编辑 PPTX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D6ECB-B516-4701-A7F1-783D78E8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7224C-3337-49A3-9B52-D2CD5C43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后续可扩展图表占位、多主题模板、流式输出进度展示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D0878-673A-446A-A95A-3D6A059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381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3E56D-8C6D-4CC9-9FE6-64BAD40B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53D44-1855-43CE-9948-5BFE401E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1885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74151"/>
                </a:solidFill>
                <a:latin typeface="PingFang SC"/>
                <a:ea typeface="PingFang SC"/>
                <a:cs typeface="PingFang SC"/>
              </a:rPr>
              <a:t>本文件即为本轮验证输出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064AB-BCF1-465B-A590-3A73C4A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5FB6D-E190-4914-A47C-A8FA0EC7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Generated via OpenRouter Claude → editable PPTX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DCFB9-8482-4AFC-8341-589758DE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5269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2026-05-06T09:22:56.0190000Z</dcterms:created>
  <dcterms:modified xsi:type="dcterms:W3CDTF">2026-05-06T09:22:56.0190000Z</dcterms:modified>
</coreProperties>
</file>